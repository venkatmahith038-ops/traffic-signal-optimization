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731520"/>
            <a:ext cx="2286000" cy="22860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</a:rPr>
              <a:t>PROJECT 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Traffic Signal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Optimization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D5FF"/>
                </a:solidFill>
              </a:rPr>
              <a:t>Rule-Based AI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 xml:space="preserve">D Venkat Mahith  </a:t>
            </a:r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2520030497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 xml:space="preserve">    |    </a:t>
            </a:r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 xml:space="preserve">V Ashish Reddy  </a:t>
            </a:r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2520030415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 xml:space="preserve">    |    </a:t>
            </a:r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 xml:space="preserve">P Laxman  </a:t>
            </a:r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2520090064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881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124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10881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76672" y="1124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83794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55648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183794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76672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5877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" y="2624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05456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5877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2624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255264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337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" y="33741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 Diagram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3255264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3337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76672" y="33741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4005072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40873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41832" y="41239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CO1 – CO3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09160" y="4005072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40873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41239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CO4 – CO6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4048" y="48371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1832" y="48737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09160" y="4754880"/>
            <a:ext cx="4251960" cy="621792"/>
          </a:xfrm>
          <a:prstGeom prst="roundRect">
            <a:avLst>
              <a:gd name="adj" fmla="val 1470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18888" y="48371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76672" y="48737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075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43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intelligent traffic signal control system using rule-based AI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005840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0759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1430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vehicle waiting time and minimize intersection congestion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2304288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06040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44144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signal timings dynamically based on real-time traffic density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09160" y="2304288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606040"/>
            <a:ext cx="493776" cy="4937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244144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emergency vehicles with adaptive signal override logic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74320" y="3602736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904488"/>
            <a:ext cx="493776" cy="4937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73989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search algorithms, CSP, decision-making, and uncertainty handling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09160" y="3602736"/>
            <a:ext cx="4251960" cy="1097280"/>
          </a:xfrm>
          <a:prstGeom prst="roundRect">
            <a:avLst>
              <a:gd name="adj" fmla="val 8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04488"/>
            <a:ext cx="493776" cy="4937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86400" y="373989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AI pipeline for autonomous intersection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 is one of the most pressing urban challenges of the 21st century. Traditional fixed-time signal systems are unable to adapt to dynamic traffic patterns, leading to increased waiting times and fuel wastage.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29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fuel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at intersections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2029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26060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daily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029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signals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AI-powered, rule-based traffic signal optimization system that applies graph search, CSP, decision agents, and probabilistic reasoning to deliver real-time, adaptive signal control at intersections.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2918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comprehensive Rule-Based AI Traffic Signal Optimization System designed to manage vehicle flow at road intersections intelligently. The system employs multiple AI paradigms working in unison — graph search algorithms (BFS, DFS, UCS, A*) to explore optimal signal sequences, Constraint Satisfaction Problems (CSP) to generate valid scheduling plans, utility-based decision agents to select the best action per traffic state, and Bayesian/Markov probabilistic models to reason under uncertain, real-world conditions.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310128"/>
            <a:ext cx="8321040" cy="0"/>
          </a:xfrm>
          <a:prstGeom prst="line">
            <a:avLst/>
          </a:prstGeom>
          <a:noFill/>
          <a:ln w="12700">
            <a:solidFill>
              <a:srgbClr val="3B1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2900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Emergency vehicle priority routing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42900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35021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Peak-hour detection &amp; adaptive scheduling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87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Fully integrated AI pipeline with live sensor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4160520" cy="548640"/>
          </a:xfrm>
          <a:prstGeom prst="roundRect">
            <a:avLst>
              <a:gd name="adj" fmla="val 16667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4187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Optimized timings → reduced wait times &amp; improved throughput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887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161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Timer Signals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signals use preset cycles regardless of actual vehicle load, causing unnecessary waits on empty lanes.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1887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21615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170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Priority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cannot dynamically clear paths for ambulances or fire trucks, delaying critical response.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926080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8912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3639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Blindness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35661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 lacks real-time density analysis, making adaptive decisions impossible.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251960" cy="1719072"/>
          </a:xfrm>
          <a:prstGeom prst="roundRect">
            <a:avLst>
              <a:gd name="adj" fmla="val 531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13639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Overload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5661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plans fail during rush hours — a major contributor to gridlock in urban centers.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3B1F7A"/>
          </a:solidFill>
          <a:ln w="12700">
            <a:solidFill>
              <a:srgbClr val="3B1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0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060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060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85216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6002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low-cost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600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adaptability, high wait times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585216"/>
          </a:xfrm>
          <a:prstGeom prst="rect">
            <a:avLst/>
          </a:prstGeom>
          <a:solidFill>
            <a:srgbClr val="1A0A3C"/>
          </a:solidFill>
          <a:ln w="12700">
            <a:solidFill>
              <a:srgbClr val="1A0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128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Actuated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2128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detectors detect vehicles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2128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only, can't predict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8595360" cy="585216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2549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 / SCATS (Adaptive)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8254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signal offsets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82549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Infrastructure-heavy, expensive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346704"/>
            <a:ext cx="8595360" cy="585216"/>
          </a:xfrm>
          <a:prstGeom prst="rect">
            <a:avLst/>
          </a:prstGeom>
          <a:solidFill>
            <a:srgbClr val="1A0A3C"/>
          </a:solidFill>
          <a:ln w="12700">
            <a:solidFill>
              <a:srgbClr val="1A0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381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4381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predictions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43814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massive data, black-box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7880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 None of these combine AI search + CSP + probabilistic reasoning in one unified system.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2D1B69"/>
          </a:solidFill>
          <a:ln w="19050">
            <a:solidFill>
              <a:srgbClr val="3B1F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444752" y="1636776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91056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2D1B69"/>
          </a:solidFill>
          <a:ln w="19050">
            <a:solidFill>
              <a:srgbClr val="3B1F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1115568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91056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(BFS/DFS/A*)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944368" y="1636776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90672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2D1B69"/>
          </a:solidFill>
          <a:ln w="19050">
            <a:solidFill>
              <a:srgbClr val="3B1F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115568"/>
            <a:ext cx="530352" cy="530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90672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43984" y="1636776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90288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2D1B69"/>
          </a:solidFill>
          <a:ln w="19050">
            <a:solidFill>
              <a:srgbClr val="3B1F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1556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90288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943600" y="1636776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089904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2D1B69"/>
          </a:solidFill>
          <a:ln w="19050">
            <a:solidFill>
              <a:srgbClr val="3B1F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115568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89904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443216" y="1636776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589520" y="1005840"/>
            <a:ext cx="1353312" cy="1261872"/>
          </a:xfrm>
          <a:prstGeom prst="roundRect">
            <a:avLst>
              <a:gd name="adj" fmla="val 7246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115568"/>
            <a:ext cx="530352" cy="5303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89520" y="16459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274320" y="2487168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384048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🚑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932688" y="2560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Priority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32688" y="29260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Auto-clears signal path for ambulances &amp; fire trucks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709160" y="2487168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4818888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5367528" y="2560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Awareness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367528" y="29260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green time on heavy lanes automatically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274320" y="3584448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384048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7" name="Text 29"/>
          <p:cNvSpPr/>
          <p:nvPr/>
        </p:nvSpPr>
        <p:spPr>
          <a:xfrm>
            <a:off x="932688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Prediction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32688" y="4023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signal plans under uncertain real-world conditions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709160" y="3584448"/>
            <a:ext cx="4251960" cy="960120"/>
          </a:xfrm>
          <a:prstGeom prst="roundRect">
            <a:avLst>
              <a:gd name="adj" fmla="val 952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4818888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1" name="Text 33"/>
          <p:cNvSpPr/>
          <p:nvPr/>
        </p:nvSpPr>
        <p:spPr>
          <a:xfrm>
            <a:off x="5367528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Validation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367528" y="4023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no conflicting signals are ever active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13385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6128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06984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40817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density per lane captured via loop detectors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94560" y="1810512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1993392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" y="212140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4884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20574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Pre-processing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32688" y="2395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denoise, detect peak hours &amp; conditions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194560" y="2798064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82880" y="2980944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2608" y="310896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36392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30449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32688" y="3383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intersection graph with signal states &amp; costs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194560" y="3785616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82880" y="3968496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92608" y="40965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123944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" y="40325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32688" y="43708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/ UCS / A* to find optimal signal path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937760" y="10058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047488" y="113385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161288"/>
            <a:ext cx="475488" cy="4754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87568" y="106984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Scheduling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687568" y="1408176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timing constraints &amp; no-conflict rules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949440" y="1810512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937760" y="1993392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047488" y="212140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148840"/>
            <a:ext cx="475488" cy="4754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687568" y="20574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687568" y="2395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scoring → select best action per state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949440" y="2798064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937760" y="2980944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5047488" y="310896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136392"/>
            <a:ext cx="475488" cy="4754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687568" y="30449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Module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5687568" y="3383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Bayesian/Markov for real-world conditions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949440" y="3785616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937760" y="3968496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5047488" y="40965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4123944"/>
            <a:ext cx="475488" cy="4754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687568" y="40325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Output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5687568" y="43708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timings sent to intersection controller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206240" y="3236976"/>
            <a:ext cx="73152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187952" y="3072384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/>
        </p:spPr>
      </p:sp>
      <p:sp>
        <p:nvSpPr>
          <p:cNvPr id="52" name="Text 42"/>
          <p:cNvSpPr/>
          <p:nvPr/>
        </p:nvSpPr>
        <p:spPr>
          <a:xfrm>
            <a:off x="4187952" y="3072384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3C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8686800" cy="621792"/>
          </a:xfrm>
          <a:prstGeom prst="roundRect">
            <a:avLst>
              <a:gd name="adj" fmla="val 11765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HARDWARE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Detectors  │  CCTV Cameras  │  Signal Controllers  │  Emergency Beacons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8686800" cy="621792"/>
          </a:xfrm>
          <a:prstGeom prst="roundRect">
            <a:avLst>
              <a:gd name="adj" fmla="val 11765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282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025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Feed  │  Data Normalization  │  Peak Hour Detection  │  Noise Filtering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931920"/>
            <a:ext cx="8686800" cy="621792"/>
          </a:xfrm>
          <a:prstGeom prst="roundRect">
            <a:avLst>
              <a:gd name="adj" fmla="val 11765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684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Signal Timings  │  Congestion Report  │  Emergency Override  │  Green Wave Sync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609344"/>
            <a:ext cx="0" cy="8229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313432"/>
            <a:ext cx="0" cy="8229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858768"/>
            <a:ext cx="0" cy="8229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95728"/>
            <a:ext cx="8686800" cy="1444752"/>
          </a:xfrm>
          <a:prstGeom prst="roundRect">
            <a:avLst>
              <a:gd name="adj" fmla="val 506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32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AI 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706624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61488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47472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(BFS/DFS/UCS/A*)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23744" y="2706624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761488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23744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Scheduler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(Backtracking/MRV)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00016" y="2706624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761488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(Utility-Based)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876288" y="2706624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1F7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2761488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76288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(Bayes)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CO1 – CO3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3B1F7A"/>
          </a:solidFill>
          <a:ln w="12700">
            <a:solidFill>
              <a:srgbClr val="3B1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Problem Formulation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vehicle counts, signal status, wait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change / extend / switch signals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PEAS: performance, environment, actuators, sensors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 of intersections &amp; lanes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3B1F7A"/>
          </a:solidFill>
          <a:ln w="12700">
            <a:solidFill>
              <a:srgbClr val="3B1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 Algorithms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46704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explores all signal-state breadths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dives deep into signal sequences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46704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 — minimizes total wait-time path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46704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— heuristic = traffic density + wait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3B1F7A"/>
          </a:solidFill>
          <a:ln w="12700">
            <a:solidFill>
              <a:srgbClr val="3B1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91072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(CSP)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signal timings &amp; states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one green per cycle, min/max durations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preemption rules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Techniques: Backtracking, MRV, LCV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CO4 – CO6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scoring for signal 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if density &gt; 70 → extend green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detection → priority 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&amp; Alpha-Beta (optional adversarial)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Under Uncertainty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46704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accidents, weather, sensor noise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 for traffic prediction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46704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Models for state transitions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46704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inference updates signal plans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96012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033272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05156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91072" y="16276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22128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data → search → CSP → decision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28712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orchestrated in main.py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352958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priority override at runtime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418795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optimized timings + congestion report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9304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167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Integration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44475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rule-based with CNN/LSTM models trained on live camera feeds for higher accuracy.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87552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28930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167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 Communication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144475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Vehicle-to-Infrastructure messaging enables signals to coordinate with autonomous vehicles.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8600" y="2340864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642616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67004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432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Coordination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79806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green wave synchronization to create corridor-level traffic flow optimization.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340864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642616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670048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4323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Edge Computing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0" y="279806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inference at edge devices with cloud aggregation for scalable real-time response.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8600" y="3694176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99592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023360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7856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Adaptation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415137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weather APIs to extend signal cycles during rain, fog, and low-visibility conditions.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09160" y="3694176"/>
            <a:ext cx="4251960" cy="1170432"/>
          </a:xfrm>
          <a:prstGeom prst="roundRect">
            <a:avLst>
              <a:gd name="adj" fmla="val 781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99592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023360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7856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Features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86400" y="415137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Audio-visual pedestrian signals and extended crossing times based on smart sensor data.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Decor Circl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002" name="Decor Circle 2"/>
          <p:cNvSpPr/>
          <p:nvPr/>
        </p:nvSpPr>
        <p:spPr>
          <a:xfrm>
            <a:off x="-731520" y="4108450"/>
            <a:ext cx="1737360" cy="173736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that a rule-based AI system can significantly enhance traffic signal management at road intersections.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9933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9933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Integrated 6 AI modules into one seamless pipeline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874520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9933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9933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Graph search finds optimal signal-switching sequences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" y="2715768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408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CSP ensures conflict-free, regulation-compliant schedules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09160" y="2715768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8346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67528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Decision agent adapts in real-time to traffic conditions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20040" y="3557016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67588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78408" y="36758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Probabilistic reasoning handles real-world uncertainty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709160" y="3557016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675888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67528" y="36758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Emergency vehicles receive instant signal priority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274320" y="45902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15  —  Smart Traffic Signal Optimization   |   AI &amp; ML 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Signal Optimization - Rule-Based AI System</dc:title>
  <dc:subject>PptxGenJS Presentation</dc:subject>
  <dc:creator>PptxGenJS</dc:creator>
  <cp:lastModifiedBy>PptxGenJS</cp:lastModifiedBy>
  <cp:revision>1</cp:revision>
  <dcterms:created xsi:type="dcterms:W3CDTF">2026-06-16T04:11:12Z</dcterms:created>
  <dcterms:modified xsi:type="dcterms:W3CDTF">2026-06-16T04:11:12Z</dcterms:modified>
</cp:coreProperties>
</file>